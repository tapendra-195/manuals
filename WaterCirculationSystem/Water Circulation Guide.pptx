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471DC4-25AE-DE52-233B-5DFF67B54A8E}" v="1458" dt="2025-11-14T20:25:26.102"/>
    <p1510:client id="{DF6E7356-87C4-2A7E-BD36-264222520FC5}" v="604" dt="2025-11-14T23:44:2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endra B C RA" userId="S::ta.bc-ra@uwinnipeg.ca::b2810ba2-d0bc-49d7-bfef-c74f3d6ef5c1" providerId="AD" clId="Web-{D3471DC4-25AE-DE52-233B-5DFF67B54A8E}"/>
    <pc:docChg chg="mod addSld modSld modMainMaster setSldSz">
      <pc:chgData name="Tapendra B C RA" userId="S::ta.bc-ra@uwinnipeg.ca::b2810ba2-d0bc-49d7-bfef-c74f3d6ef5c1" providerId="AD" clId="Web-{D3471DC4-25AE-DE52-233B-5DFF67B54A8E}" dt="2025-11-14T20:25:21.508" v="1035" actId="20577"/>
      <pc:docMkLst>
        <pc:docMk/>
      </pc:docMkLst>
      <pc:sldChg chg="addSp delSp modSp">
        <pc:chgData name="Tapendra B C RA" userId="S::ta.bc-ra@uwinnipeg.ca::b2810ba2-d0bc-49d7-bfef-c74f3d6ef5c1" providerId="AD" clId="Web-{D3471DC4-25AE-DE52-233B-5DFF67B54A8E}" dt="2025-11-14T20:20:07.358" v="858" actId="14100"/>
        <pc:sldMkLst>
          <pc:docMk/>
          <pc:sldMk cId="109857222" sldId="256"/>
        </pc:sldMkLst>
        <pc:spChg chg="del">
          <ac:chgData name="Tapendra B C RA" userId="S::ta.bc-ra@uwinnipeg.ca::b2810ba2-d0bc-49d7-bfef-c74f3d6ef5c1" providerId="AD" clId="Web-{D3471DC4-25AE-DE52-233B-5DFF67B54A8E}" dt="2025-11-14T19:15:47.845" v="2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Tapendra B C RA" userId="S::ta.bc-ra@uwinnipeg.ca::b2810ba2-d0bc-49d7-bfef-c74f3d6ef5c1" providerId="AD" clId="Web-{D3471DC4-25AE-DE52-233B-5DFF67B54A8E}" dt="2025-11-14T19:15:47.845" v="1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08:11.306" v="658" actId="1076"/>
          <ac:spMkLst>
            <pc:docMk/>
            <pc:sldMk cId="109857222" sldId="256"/>
            <ac:spMk id="4" creationId="{BC733C0F-9B33-139E-8043-93B476843564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9:45.467" v="856" actId="1076"/>
          <ac:spMkLst>
            <pc:docMk/>
            <pc:sldMk cId="109857222" sldId="256"/>
            <ac:spMk id="5" creationId="{96070968-2503-7043-DB03-176A9BDC2426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05" v="824" actId="1076"/>
          <ac:spMkLst>
            <pc:docMk/>
            <pc:sldMk cId="109857222" sldId="256"/>
            <ac:spMk id="6" creationId="{8FF73E6C-B734-BD44-2D19-562EBE1C6869}"/>
          </ac:spMkLst>
        </pc:spChg>
        <pc:spChg chg="add del mod">
          <ac:chgData name="Tapendra B C RA" userId="S::ta.bc-ra@uwinnipeg.ca::b2810ba2-d0bc-49d7-bfef-c74f3d6ef5c1" providerId="AD" clId="Web-{D3471DC4-25AE-DE52-233B-5DFF67B54A8E}" dt="2025-11-14T19:38:49.096" v="273"/>
          <ac:spMkLst>
            <pc:docMk/>
            <pc:sldMk cId="109857222" sldId="256"/>
            <ac:spMk id="7" creationId="{A0D897C0-6DB0-535E-285E-CD1AA0588833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20" v="825" actId="1076"/>
          <ac:spMkLst>
            <pc:docMk/>
            <pc:sldMk cId="109857222" sldId="256"/>
            <ac:spMk id="8" creationId="{E9D9F082-5548-828B-E3E3-962E3859F3DC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51" v="827" actId="1076"/>
          <ac:spMkLst>
            <pc:docMk/>
            <pc:sldMk cId="109857222" sldId="256"/>
            <ac:spMk id="11" creationId="{93B57F6C-586E-2A0D-EB33-3346B619C1B3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51" v="828" actId="1076"/>
          <ac:spMkLst>
            <pc:docMk/>
            <pc:sldMk cId="109857222" sldId="256"/>
            <ac:spMk id="12" creationId="{5685E7B0-D04C-07E2-C023-54D832EC32FE}"/>
          </ac:spMkLst>
        </pc:spChg>
        <pc:spChg chg="add del mod">
          <ac:chgData name="Tapendra B C RA" userId="S::ta.bc-ra@uwinnipeg.ca::b2810ba2-d0bc-49d7-bfef-c74f3d6ef5c1" providerId="AD" clId="Web-{D3471DC4-25AE-DE52-233B-5DFF67B54A8E}" dt="2025-11-14T19:56:55.414" v="456"/>
          <ac:spMkLst>
            <pc:docMk/>
            <pc:sldMk cId="109857222" sldId="256"/>
            <ac:spMk id="13" creationId="{14D2E58E-807E-B109-955C-5AEC6FDC8B37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67" v="829" actId="1076"/>
          <ac:spMkLst>
            <pc:docMk/>
            <pc:sldMk cId="109857222" sldId="256"/>
            <ac:spMk id="14" creationId="{A69F1BC2-4EA8-872F-ADCE-6AC8853B84BC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83" v="830" actId="1076"/>
          <ac:spMkLst>
            <pc:docMk/>
            <pc:sldMk cId="109857222" sldId="256"/>
            <ac:spMk id="15" creationId="{05B77F7F-32D3-E755-C66A-2E58DFA2523C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698" v="831" actId="1076"/>
          <ac:spMkLst>
            <pc:docMk/>
            <pc:sldMk cId="109857222" sldId="256"/>
            <ac:spMk id="16" creationId="{014B4BE7-6951-886B-65C0-27980D716F49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714" v="832" actId="1076"/>
          <ac:spMkLst>
            <pc:docMk/>
            <pc:sldMk cId="109857222" sldId="256"/>
            <ac:spMk id="19" creationId="{A5DEEE3F-9D52-F493-4F18-AE9EA1B1B5AA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792" v="837" actId="1076"/>
          <ac:spMkLst>
            <pc:docMk/>
            <pc:sldMk cId="109857222" sldId="256"/>
            <ac:spMk id="27" creationId="{485ADBED-DF73-135E-CEBD-736171316A72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18:08.839" v="841" actId="1076"/>
          <ac:spMkLst>
            <pc:docMk/>
            <pc:sldMk cId="109857222" sldId="256"/>
            <ac:spMk id="32" creationId="{1FDD81A4-E75D-198F-88CE-EFFCC6F220A4}"/>
          </ac:spMkLst>
        </pc:spChg>
        <pc:spChg chg="add mod">
          <ac:chgData name="Tapendra B C RA" userId="S::ta.bc-ra@uwinnipeg.ca::b2810ba2-d0bc-49d7-bfef-c74f3d6ef5c1" providerId="AD" clId="Web-{D3471DC4-25AE-DE52-233B-5DFF67B54A8E}" dt="2025-11-14T20:09:03.433" v="677" actId="14100"/>
          <ac:spMkLst>
            <pc:docMk/>
            <pc:sldMk cId="109857222" sldId="256"/>
            <ac:spMk id="33" creationId="{F0FED153-EE55-9762-0760-EEA033262E6F}"/>
          </ac:spMkLst>
        </pc:spChg>
        <pc:cxnChg chg="add mod">
          <ac:chgData name="Tapendra B C RA" userId="S::ta.bc-ra@uwinnipeg.ca::b2810ba2-d0bc-49d7-bfef-c74f3d6ef5c1" providerId="AD" clId="Web-{D3471DC4-25AE-DE52-233B-5DFF67B54A8E}" dt="2025-11-14T20:18:08.636" v="826" actId="1076"/>
          <ac:cxnSpMkLst>
            <pc:docMk/>
            <pc:sldMk cId="109857222" sldId="256"/>
            <ac:cxnSpMk id="9" creationId="{7F98ED28-D2A5-003A-B07E-D4F6C7C410FA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49:06.920" v="392"/>
          <ac:cxnSpMkLst>
            <pc:docMk/>
            <pc:sldMk cId="109857222" sldId="256"/>
            <ac:cxnSpMk id="10" creationId="{6803F80B-307D-9D47-69E7-9DA0F0CB0FFD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41:45.490" v="288"/>
          <ac:cxnSpMkLst>
            <pc:docMk/>
            <pc:sldMk cId="109857222" sldId="256"/>
            <ac:cxnSpMk id="17" creationId="{3EA98DCF-BC0C-4C32-74D2-6DC3E16319BB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42:38.680" v="291"/>
          <ac:cxnSpMkLst>
            <pc:docMk/>
            <pc:sldMk cId="109857222" sldId="256"/>
            <ac:cxnSpMk id="18" creationId="{7CDD3E71-49EA-3D64-D2A1-EA8DDA8BFAB1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48:34.105" v="378"/>
          <ac:cxnSpMkLst>
            <pc:docMk/>
            <pc:sldMk cId="109857222" sldId="256"/>
            <ac:cxnSpMk id="20" creationId="{9A09A4CC-5140-9C4B-DA9E-D1258EB573A1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47:43.949" v="373"/>
          <ac:cxnSpMkLst>
            <pc:docMk/>
            <pc:sldMk cId="109857222" sldId="256"/>
            <ac:cxnSpMk id="21" creationId="{9DD4E91E-5F6A-D608-35D1-C0CFAB474BBF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51:10.466" v="415"/>
          <ac:cxnSpMkLst>
            <pc:docMk/>
            <pc:sldMk cId="109857222" sldId="256"/>
            <ac:cxnSpMk id="22" creationId="{BD3934F0-8C24-8155-362B-BA19ACF62006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731" v="833" actId="1076"/>
          <ac:cxnSpMkLst>
            <pc:docMk/>
            <pc:sldMk cId="109857222" sldId="256"/>
            <ac:cxnSpMk id="23" creationId="{463A1021-18C7-0C92-7A15-42885ABD7F0A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745" v="834" actId="1076"/>
          <ac:cxnSpMkLst>
            <pc:docMk/>
            <pc:sldMk cId="109857222" sldId="256"/>
            <ac:cxnSpMk id="24" creationId="{90EA78BC-5063-FD9C-AC08-F54EB127C06B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761" v="835" actId="1076"/>
          <ac:cxnSpMkLst>
            <pc:docMk/>
            <pc:sldMk cId="109857222" sldId="256"/>
            <ac:cxnSpMk id="25" creationId="{64EC024E-74CD-B7AB-4E9E-DC4E24D1A041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776" v="836" actId="1076"/>
          <ac:cxnSpMkLst>
            <pc:docMk/>
            <pc:sldMk cId="109857222" sldId="256"/>
            <ac:cxnSpMk id="26" creationId="{0004CAE8-0E57-474E-0278-8317D04731E4}"/>
          </ac:cxnSpMkLst>
        </pc:cxnChg>
        <pc:cxnChg chg="add del mod">
          <ac:chgData name="Tapendra B C RA" userId="S::ta.bc-ra@uwinnipeg.ca::b2810ba2-d0bc-49d7-bfef-c74f3d6ef5c1" providerId="AD" clId="Web-{D3471DC4-25AE-DE52-233B-5DFF67B54A8E}" dt="2025-11-14T19:55:49.663" v="455"/>
          <ac:cxnSpMkLst>
            <pc:docMk/>
            <pc:sldMk cId="109857222" sldId="256"/>
            <ac:cxnSpMk id="28" creationId="{26DD901A-EF9B-FB81-4593-32573538FF6F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808" v="838" actId="1076"/>
          <ac:cxnSpMkLst>
            <pc:docMk/>
            <pc:sldMk cId="109857222" sldId="256"/>
            <ac:cxnSpMk id="29" creationId="{24743D95-02DB-B989-1CB7-2F5037D964D1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8:08.823" v="839" actId="1076"/>
          <ac:cxnSpMkLst>
            <pc:docMk/>
            <pc:sldMk cId="109857222" sldId="256"/>
            <ac:cxnSpMk id="30" creationId="{8E85145A-94BC-56F3-BDA2-618F05A2A243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20:07.358" v="858" actId="14100"/>
          <ac:cxnSpMkLst>
            <pc:docMk/>
            <pc:sldMk cId="109857222" sldId="256"/>
            <ac:cxnSpMk id="31" creationId="{29108E89-D5E3-C0B5-05B7-B3DFDFA83371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9:10.247" v="855" actId="14100"/>
          <ac:cxnSpMkLst>
            <pc:docMk/>
            <pc:sldMk cId="109857222" sldId="256"/>
            <ac:cxnSpMk id="35" creationId="{836749F3-D0C9-3838-7285-788C316FE1F5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9:02.841" v="853" actId="1076"/>
          <ac:cxnSpMkLst>
            <pc:docMk/>
            <pc:sldMk cId="109857222" sldId="256"/>
            <ac:cxnSpMk id="36" creationId="{EE71FD06-5590-B44C-E72B-E71BC1B28457}"/>
          </ac:cxnSpMkLst>
        </pc:cxnChg>
      </pc:sldChg>
      <pc:sldChg chg="addSp delSp modSp add replId">
        <pc:chgData name="Tapendra B C RA" userId="S::ta.bc-ra@uwinnipeg.ca::b2810ba2-d0bc-49d7-bfef-c74f3d6ef5c1" providerId="AD" clId="Web-{D3471DC4-25AE-DE52-233B-5DFF67B54A8E}" dt="2025-11-14T20:17:49.416" v="823" actId="1076"/>
        <pc:sldMkLst>
          <pc:docMk/>
          <pc:sldMk cId="2450366514" sldId="257"/>
        </pc:sldMkLst>
        <pc:spChg chg="mod">
          <ac:chgData name="Tapendra B C RA" userId="S::ta.bc-ra@uwinnipeg.ca::b2810ba2-d0bc-49d7-bfef-c74f3d6ef5c1" providerId="AD" clId="Web-{D3471DC4-25AE-DE52-233B-5DFF67B54A8E}" dt="2025-11-14T20:16:51.398" v="807" actId="1076"/>
          <ac:spMkLst>
            <pc:docMk/>
            <pc:sldMk cId="2450366514" sldId="257"/>
            <ac:spMk id="5" creationId="{159A090B-AC94-1A3D-2EBA-EA3857ABF947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258" v="808" actId="1076"/>
          <ac:spMkLst>
            <pc:docMk/>
            <pc:sldMk cId="2450366514" sldId="257"/>
            <ac:spMk id="6" creationId="{04CED9E6-595D-809C-E1CF-DA3B183BD7CE}"/>
          </ac:spMkLst>
        </pc:spChg>
        <pc:spChg chg="del mod">
          <ac:chgData name="Tapendra B C RA" userId="S::ta.bc-ra@uwinnipeg.ca::b2810ba2-d0bc-49d7-bfef-c74f3d6ef5c1" providerId="AD" clId="Web-{D3471DC4-25AE-DE52-233B-5DFF67B54A8E}" dt="2025-11-14T20:14:06.640" v="755"/>
          <ac:spMkLst>
            <pc:docMk/>
            <pc:sldMk cId="2450366514" sldId="257"/>
            <ac:spMk id="8" creationId="{672BCDBF-6D9A-E3E6-D57B-2C5B86E43090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274" v="809" actId="1076"/>
          <ac:spMkLst>
            <pc:docMk/>
            <pc:sldMk cId="2450366514" sldId="257"/>
            <ac:spMk id="11" creationId="{0FA1AB7E-778E-31C5-FC1B-3DE3DF043166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274" v="810" actId="1076"/>
          <ac:spMkLst>
            <pc:docMk/>
            <pc:sldMk cId="2450366514" sldId="257"/>
            <ac:spMk id="12" creationId="{BC64D7A9-B66A-FDCF-9B02-051D6A7F14D2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289" v="811" actId="1076"/>
          <ac:spMkLst>
            <pc:docMk/>
            <pc:sldMk cId="2450366514" sldId="257"/>
            <ac:spMk id="14" creationId="{8869A45C-76DA-02E5-0234-435EC325B84F}"/>
          </ac:spMkLst>
        </pc:spChg>
        <pc:spChg chg="del mod">
          <ac:chgData name="Tapendra B C RA" userId="S::ta.bc-ra@uwinnipeg.ca::b2810ba2-d0bc-49d7-bfef-c74f3d6ef5c1" providerId="AD" clId="Web-{D3471DC4-25AE-DE52-233B-5DFF67B54A8E}" dt="2025-11-14T20:14:00.250" v="754"/>
          <ac:spMkLst>
            <pc:docMk/>
            <pc:sldMk cId="2450366514" sldId="257"/>
            <ac:spMk id="15" creationId="{FEB77232-C2A7-4202-05D6-3B9FDBD13BFB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305" v="812" actId="1076"/>
          <ac:spMkLst>
            <pc:docMk/>
            <pc:sldMk cId="2450366514" sldId="257"/>
            <ac:spMk id="16" creationId="{5ECD9C36-968F-BD8A-2C37-A0ADEB39102A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00.305" v="813" actId="1076"/>
          <ac:spMkLst>
            <pc:docMk/>
            <pc:sldMk cId="2450366514" sldId="257"/>
            <ac:spMk id="19" creationId="{D1461BD8-41D9-4F1D-509F-8FF748AEE7D5}"/>
          </ac:spMkLst>
        </pc:spChg>
        <pc:spChg chg="del">
          <ac:chgData name="Tapendra B C RA" userId="S::ta.bc-ra@uwinnipeg.ca::b2810ba2-d0bc-49d7-bfef-c74f3d6ef5c1" providerId="AD" clId="Web-{D3471DC4-25AE-DE52-233B-5DFF67B54A8E}" dt="2025-11-14T20:13:40.687" v="750"/>
          <ac:spMkLst>
            <pc:docMk/>
            <pc:sldMk cId="2450366514" sldId="257"/>
            <ac:spMk id="27" creationId="{1E115EED-D9E6-2436-D2AE-407938DFEBDC}"/>
          </ac:spMkLst>
        </pc:spChg>
        <pc:spChg chg="del">
          <ac:chgData name="Tapendra B C RA" userId="S::ta.bc-ra@uwinnipeg.ca::b2810ba2-d0bc-49d7-bfef-c74f3d6ef5c1" providerId="AD" clId="Web-{D3471DC4-25AE-DE52-233B-5DFF67B54A8E}" dt="2025-11-14T20:15:47.942" v="772"/>
          <ac:spMkLst>
            <pc:docMk/>
            <pc:sldMk cId="2450366514" sldId="257"/>
            <ac:spMk id="32" creationId="{42694553-D29C-F318-A7DA-ACCB945419FB}"/>
          </ac:spMkLst>
        </pc:spChg>
        <pc:spChg chg="mod">
          <ac:chgData name="Tapendra B C RA" userId="S::ta.bc-ra@uwinnipeg.ca::b2810ba2-d0bc-49d7-bfef-c74f3d6ef5c1" providerId="AD" clId="Web-{D3471DC4-25AE-DE52-233B-5DFF67B54A8E}" dt="2025-11-14T20:17:49.416" v="823" actId="1076"/>
          <ac:spMkLst>
            <pc:docMk/>
            <pc:sldMk cId="2450366514" sldId="257"/>
            <ac:spMk id="33" creationId="{B237092E-92D9-53DD-F456-E446B3A4CFAA}"/>
          </ac:spMkLst>
        </pc:spChg>
        <pc:cxnChg chg="add del mod">
          <ac:chgData name="Tapendra B C RA" userId="S::ta.bc-ra@uwinnipeg.ca::b2810ba2-d0bc-49d7-bfef-c74f3d6ef5c1" providerId="AD" clId="Web-{D3471DC4-25AE-DE52-233B-5DFF67B54A8E}" dt="2025-11-14T20:14:08.219" v="756"/>
          <ac:cxnSpMkLst>
            <pc:docMk/>
            <pc:sldMk cId="2450366514" sldId="257"/>
            <ac:cxnSpMk id="2" creationId="{23C31477-8AEC-DAD2-35A3-36D19EEAE4B6}"/>
          </ac:cxnSpMkLst>
        </pc:cxnChg>
        <pc:cxnChg chg="add mod">
          <ac:chgData name="Tapendra B C RA" userId="S::ta.bc-ra@uwinnipeg.ca::b2810ba2-d0bc-49d7-bfef-c74f3d6ef5c1" providerId="AD" clId="Web-{D3471DC4-25AE-DE52-233B-5DFF67B54A8E}" dt="2025-11-14T20:17:00.352" v="819" actId="1076"/>
          <ac:cxnSpMkLst>
            <pc:docMk/>
            <pc:sldMk cId="2450366514" sldId="257"/>
            <ac:cxnSpMk id="3" creationId="{C3B7719C-E27C-169A-F1E8-7DABE40562EB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14:16.234" v="757"/>
          <ac:cxnSpMkLst>
            <pc:docMk/>
            <pc:sldMk cId="2450366514" sldId="257"/>
            <ac:cxnSpMk id="9" creationId="{E429FA6D-3618-7A15-522D-68F299C1FDBE}"/>
          </ac:cxnSpMkLst>
        </pc:cxnChg>
        <pc:cxnChg chg="mod">
          <ac:chgData name="Tapendra B C RA" userId="S::ta.bc-ra@uwinnipeg.ca::b2810ba2-d0bc-49d7-bfef-c74f3d6ef5c1" providerId="AD" clId="Web-{D3471DC4-25AE-DE52-233B-5DFF67B54A8E}" dt="2025-11-14T20:17:00.321" v="814" actId="1076"/>
          <ac:cxnSpMkLst>
            <pc:docMk/>
            <pc:sldMk cId="2450366514" sldId="257"/>
            <ac:cxnSpMk id="23" creationId="{D3616E09-7771-7254-5135-A5BE89FD5EB1}"/>
          </ac:cxnSpMkLst>
        </pc:cxnChg>
        <pc:cxnChg chg="mod">
          <ac:chgData name="Tapendra B C RA" userId="S::ta.bc-ra@uwinnipeg.ca::b2810ba2-d0bc-49d7-bfef-c74f3d6ef5c1" providerId="AD" clId="Web-{D3471DC4-25AE-DE52-233B-5DFF67B54A8E}" dt="2025-11-14T20:17:00.321" v="815" actId="1076"/>
          <ac:cxnSpMkLst>
            <pc:docMk/>
            <pc:sldMk cId="2450366514" sldId="257"/>
            <ac:cxnSpMk id="24" creationId="{A9E506CC-1BA0-7D17-01F4-B33724A57B1A}"/>
          </ac:cxnSpMkLst>
        </pc:cxnChg>
        <pc:cxnChg chg="mod">
          <ac:chgData name="Tapendra B C RA" userId="S::ta.bc-ra@uwinnipeg.ca::b2810ba2-d0bc-49d7-bfef-c74f3d6ef5c1" providerId="AD" clId="Web-{D3471DC4-25AE-DE52-233B-5DFF67B54A8E}" dt="2025-11-14T20:17:00.336" v="816" actId="1076"/>
          <ac:cxnSpMkLst>
            <pc:docMk/>
            <pc:sldMk cId="2450366514" sldId="257"/>
            <ac:cxnSpMk id="25" creationId="{E5700AB3-32E4-345D-3951-B5219B8953FE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13:40.687" v="751"/>
          <ac:cxnSpMkLst>
            <pc:docMk/>
            <pc:sldMk cId="2450366514" sldId="257"/>
            <ac:cxnSpMk id="26" creationId="{59B74BD8-1CBC-5166-89F7-8E06156E7834}"/>
          </ac:cxnSpMkLst>
        </pc:cxnChg>
        <pc:cxnChg chg="mod">
          <ac:chgData name="Tapendra B C RA" userId="S::ta.bc-ra@uwinnipeg.ca::b2810ba2-d0bc-49d7-bfef-c74f3d6ef5c1" providerId="AD" clId="Web-{D3471DC4-25AE-DE52-233B-5DFF67B54A8E}" dt="2025-11-14T20:17:00.336" v="817" actId="1076"/>
          <ac:cxnSpMkLst>
            <pc:docMk/>
            <pc:sldMk cId="2450366514" sldId="257"/>
            <ac:cxnSpMk id="29" creationId="{421DD94C-11CB-80E9-EFFB-AC01BB5D52B9}"/>
          </ac:cxnSpMkLst>
        </pc:cxnChg>
        <pc:cxnChg chg="mod">
          <ac:chgData name="Tapendra B C RA" userId="S::ta.bc-ra@uwinnipeg.ca::b2810ba2-d0bc-49d7-bfef-c74f3d6ef5c1" providerId="AD" clId="Web-{D3471DC4-25AE-DE52-233B-5DFF67B54A8E}" dt="2025-11-14T20:17:00.352" v="818" actId="1076"/>
          <ac:cxnSpMkLst>
            <pc:docMk/>
            <pc:sldMk cId="2450366514" sldId="257"/>
            <ac:cxnSpMk id="30" creationId="{BF682088-FCB6-F5C2-BC34-2E29A7DB989C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15:46.020" v="771"/>
          <ac:cxnSpMkLst>
            <pc:docMk/>
            <pc:sldMk cId="2450366514" sldId="257"/>
            <ac:cxnSpMk id="31" creationId="{474B4926-CCBB-FF54-F7D8-4E318BE14EF1}"/>
          </ac:cxnSpMkLst>
        </pc:cxnChg>
      </pc:sldChg>
      <pc:sldChg chg="addSp delSp modSp add replId">
        <pc:chgData name="Tapendra B C RA" userId="S::ta.bc-ra@uwinnipeg.ca::b2810ba2-d0bc-49d7-bfef-c74f3d6ef5c1" providerId="AD" clId="Web-{D3471DC4-25AE-DE52-233B-5DFF67B54A8E}" dt="2025-11-14T20:25:21.508" v="1035" actId="20577"/>
        <pc:sldMkLst>
          <pc:docMk/>
          <pc:sldMk cId="2530736965" sldId="258"/>
        </pc:sldMkLst>
        <pc:spChg chg="add mod">
          <ac:chgData name="Tapendra B C RA" userId="S::ta.bc-ra@uwinnipeg.ca::b2810ba2-d0bc-49d7-bfef-c74f3d6ef5c1" providerId="AD" clId="Web-{D3471DC4-25AE-DE52-233B-5DFF67B54A8E}" dt="2025-11-14T20:25:21.508" v="1035" actId="20577"/>
          <ac:spMkLst>
            <pc:docMk/>
            <pc:sldMk cId="2530736965" sldId="258"/>
            <ac:spMk id="2" creationId="{A720CA91-5152-6E87-82B8-FEB9026DCBCE}"/>
          </ac:spMkLst>
        </pc:spChg>
        <pc:spChg chg="mod">
          <ac:chgData name="Tapendra B C RA" userId="S::ta.bc-ra@uwinnipeg.ca::b2810ba2-d0bc-49d7-bfef-c74f3d6ef5c1" providerId="AD" clId="Web-{D3471DC4-25AE-DE52-233B-5DFF67B54A8E}" dt="2025-11-14T20:21:28.328" v="868" actId="1076"/>
          <ac:spMkLst>
            <pc:docMk/>
            <pc:sldMk cId="2530736965" sldId="258"/>
            <ac:spMk id="4" creationId="{7D38B8E1-453F-A63B-B0F8-BE1D98D775D0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9.458" v="1008"/>
          <ac:spMkLst>
            <pc:docMk/>
            <pc:sldMk cId="2530736965" sldId="258"/>
            <ac:spMk id="6" creationId="{0A80B67E-A858-ED36-DC7D-FDC177A9C826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9.458" v="1007"/>
          <ac:spMkLst>
            <pc:docMk/>
            <pc:sldMk cId="2530736965" sldId="258"/>
            <ac:spMk id="11" creationId="{C4A88D09-70E7-03A9-52E3-D9E82590BEE3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9.458" v="1006"/>
          <ac:spMkLst>
            <pc:docMk/>
            <pc:sldMk cId="2530736965" sldId="258"/>
            <ac:spMk id="12" creationId="{E51E42E2-75C4-3724-E271-C101F4DE85C2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9.458" v="1005"/>
          <ac:spMkLst>
            <pc:docMk/>
            <pc:sldMk cId="2530736965" sldId="258"/>
            <ac:spMk id="14" creationId="{D8843EAE-061D-3A59-CA23-A3EDE9256379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9.458" v="1004"/>
          <ac:spMkLst>
            <pc:docMk/>
            <pc:sldMk cId="2530736965" sldId="258"/>
            <ac:spMk id="16" creationId="{F930B5B4-78FC-FF65-85F6-9FD7A0D0036B}"/>
          </ac:spMkLst>
        </pc:spChg>
        <pc:spChg chg="del">
          <ac:chgData name="Tapendra B C RA" userId="S::ta.bc-ra@uwinnipeg.ca::b2810ba2-d0bc-49d7-bfef-c74f3d6ef5c1" providerId="AD" clId="Web-{D3471DC4-25AE-DE52-233B-5DFF67B54A8E}" dt="2025-11-14T20:23:56.551" v="997"/>
          <ac:spMkLst>
            <pc:docMk/>
            <pc:sldMk cId="2530736965" sldId="258"/>
            <ac:spMk id="19" creationId="{23B14F50-0CAF-0022-2583-4908AE799691}"/>
          </ac:spMkLst>
        </pc:spChg>
        <pc:spChg chg="add del mod">
          <ac:chgData name="Tapendra B C RA" userId="S::ta.bc-ra@uwinnipeg.ca::b2810ba2-d0bc-49d7-bfef-c74f3d6ef5c1" providerId="AD" clId="Web-{D3471DC4-25AE-DE52-233B-5DFF67B54A8E}" dt="2025-11-14T20:24:58.085" v="1024" actId="1076"/>
          <ac:spMkLst>
            <pc:docMk/>
            <pc:sldMk cId="2530736965" sldId="258"/>
            <ac:spMk id="33" creationId="{A3EB2A93-D642-A62B-DF81-EC27EDB79F28}"/>
          </ac:spMkLst>
        </pc:spChg>
        <pc:cxnChg chg="del">
          <ac:chgData name="Tapendra B C RA" userId="S::ta.bc-ra@uwinnipeg.ca::b2810ba2-d0bc-49d7-bfef-c74f3d6ef5c1" providerId="AD" clId="Web-{D3471DC4-25AE-DE52-233B-5DFF67B54A8E}" dt="2025-11-14T20:23:59.458" v="999"/>
          <ac:cxnSpMkLst>
            <pc:docMk/>
            <pc:sldMk cId="2530736965" sldId="258"/>
            <ac:cxnSpMk id="3" creationId="{AB1EF756-1473-B726-E2A0-E879DB2D4415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23:59.458" v="1003"/>
          <ac:cxnSpMkLst>
            <pc:docMk/>
            <pc:sldMk cId="2530736965" sldId="258"/>
            <ac:cxnSpMk id="23" creationId="{3D5A5C0E-2A14-68C4-CB3B-8283CCAAA56E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23:57.458" v="998"/>
          <ac:cxnSpMkLst>
            <pc:docMk/>
            <pc:sldMk cId="2530736965" sldId="258"/>
            <ac:cxnSpMk id="24" creationId="{572060F7-E9EB-26C1-EFD7-0A7B8805B85A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23:59.458" v="1002"/>
          <ac:cxnSpMkLst>
            <pc:docMk/>
            <pc:sldMk cId="2530736965" sldId="258"/>
            <ac:cxnSpMk id="25" creationId="{C3457407-EC54-C310-0B99-E0590E476BFF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23:59.458" v="1001"/>
          <ac:cxnSpMkLst>
            <pc:docMk/>
            <pc:sldMk cId="2530736965" sldId="258"/>
            <ac:cxnSpMk id="29" creationId="{9E611498-0326-9070-5EA8-220626A23A92}"/>
          </ac:cxnSpMkLst>
        </pc:cxnChg>
        <pc:cxnChg chg="del">
          <ac:chgData name="Tapendra B C RA" userId="S::ta.bc-ra@uwinnipeg.ca::b2810ba2-d0bc-49d7-bfef-c74f3d6ef5c1" providerId="AD" clId="Web-{D3471DC4-25AE-DE52-233B-5DFF67B54A8E}" dt="2025-11-14T20:23:59.458" v="1000"/>
          <ac:cxnSpMkLst>
            <pc:docMk/>
            <pc:sldMk cId="2530736965" sldId="258"/>
            <ac:cxnSpMk id="30" creationId="{88A320BB-60F0-75A7-4F74-59667B1B3A2B}"/>
          </ac:cxnSpMkLst>
        </pc:cxnChg>
      </pc:sldChg>
      <pc:sldMasterChg chg="modSp modSldLayout">
        <pc:chgData name="Tapendra B C RA" userId="S::ta.bc-ra@uwinnipeg.ca::b2810ba2-d0bc-49d7-bfef-c74f3d6ef5c1" providerId="AD" clId="Web-{D3471DC4-25AE-DE52-233B-5DFF67B54A8E}" dt="2025-11-14T19:16:38.033" v="4"/>
        <pc:sldMasterMkLst>
          <pc:docMk/>
          <pc:sldMasterMk cId="2460954070" sldId="2147483660"/>
        </pc:sldMasterMkLst>
        <pc:spChg chg="mod">
          <ac:chgData name="Tapendra B C RA" userId="S::ta.bc-ra@uwinnipeg.ca::b2810ba2-d0bc-49d7-bfef-c74f3d6ef5c1" providerId="AD" clId="Web-{D3471DC4-25AE-DE52-233B-5DFF67B54A8E}" dt="2025-11-14T19:16:38.033" v="4"/>
          <ac:spMkLst>
            <pc:docMk/>
            <pc:sldMasterMk cId="2460954070" sldId="2147483660"/>
            <ac:spMk id="2" creationId="{00000000-0000-0000-0000-000000000000}"/>
          </ac:spMkLst>
        </pc:spChg>
        <pc:spChg chg="mod">
          <ac:chgData name="Tapendra B C RA" userId="S::ta.bc-ra@uwinnipeg.ca::b2810ba2-d0bc-49d7-bfef-c74f3d6ef5c1" providerId="AD" clId="Web-{D3471DC4-25AE-DE52-233B-5DFF67B54A8E}" dt="2025-11-14T19:16:38.033" v="4"/>
          <ac:spMkLst>
            <pc:docMk/>
            <pc:sldMasterMk cId="2460954070" sldId="2147483660"/>
            <ac:spMk id="3" creationId="{00000000-0000-0000-0000-000000000000}"/>
          </ac:spMkLst>
        </pc:spChg>
        <pc:spChg chg="mod">
          <ac:chgData name="Tapendra B C RA" userId="S::ta.bc-ra@uwinnipeg.ca::b2810ba2-d0bc-49d7-bfef-c74f3d6ef5c1" providerId="AD" clId="Web-{D3471DC4-25AE-DE52-233B-5DFF67B54A8E}" dt="2025-11-14T19:16:38.033" v="4"/>
          <ac:spMkLst>
            <pc:docMk/>
            <pc:sldMasterMk cId="2460954070" sldId="2147483660"/>
            <ac:spMk id="4" creationId="{00000000-0000-0000-0000-000000000000}"/>
          </ac:spMkLst>
        </pc:spChg>
        <pc:spChg chg="mod">
          <ac:chgData name="Tapendra B C RA" userId="S::ta.bc-ra@uwinnipeg.ca::b2810ba2-d0bc-49d7-bfef-c74f3d6ef5c1" providerId="AD" clId="Web-{D3471DC4-25AE-DE52-233B-5DFF67B54A8E}" dt="2025-11-14T19:16:38.033" v="4"/>
          <ac:spMkLst>
            <pc:docMk/>
            <pc:sldMasterMk cId="2460954070" sldId="2147483660"/>
            <ac:spMk id="5" creationId="{00000000-0000-0000-0000-000000000000}"/>
          </ac:spMkLst>
        </pc:spChg>
        <pc:spChg chg="mod">
          <ac:chgData name="Tapendra B C RA" userId="S::ta.bc-ra@uwinnipeg.ca::b2810ba2-d0bc-49d7-bfef-c74f3d6ef5c1" providerId="AD" clId="Web-{D3471DC4-25AE-DE52-233B-5DFF67B54A8E}" dt="2025-11-14T19:16:38.033" v="4"/>
          <ac:spMkLst>
            <pc:docMk/>
            <pc:sldMasterMk cId="2460954070" sldId="2147483660"/>
            <ac:spMk id="6" creationId="{00000000-0000-0000-0000-000000000000}"/>
          </ac:spMkLst>
        </pc:sp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2385387890" sldId="2147483661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2385387890" sldId="2147483661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2385387890" sldId="2147483661"/>
              <ac:spMk id="3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2591524520" sldId="2147483663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2591524520" sldId="2147483663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2591524520" sldId="2147483663"/>
              <ac:spMk id="3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1203092039" sldId="2147483664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1203092039" sldId="2147483664"/>
              <ac:spMk id="3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1203092039" sldId="2147483664"/>
              <ac:spMk id="4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3733172339" sldId="2147483665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733172339" sldId="2147483665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733172339" sldId="2147483665"/>
              <ac:spMk id="3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733172339" sldId="2147483665"/>
              <ac:spMk id="4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733172339" sldId="2147483665"/>
              <ac:spMk id="5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733172339" sldId="2147483665"/>
              <ac:spMk id="6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3171841454" sldId="2147483668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171841454" sldId="2147483668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171841454" sldId="2147483668"/>
              <ac:spMk id="3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171841454" sldId="2147483668"/>
              <ac:spMk id="4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1718958274" sldId="2147483669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1718958274" sldId="2147483669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1718958274" sldId="2147483669"/>
              <ac:spMk id="3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1718958274" sldId="2147483669"/>
              <ac:spMk id="4" creationId="{00000000-0000-0000-0000-000000000000}"/>
            </ac:spMkLst>
          </pc:spChg>
        </pc:sldLayoutChg>
        <pc:sldLayoutChg chg="modSp">
          <pc:chgData name="Tapendra B C RA" userId="S::ta.bc-ra@uwinnipeg.ca::b2810ba2-d0bc-49d7-bfef-c74f3d6ef5c1" providerId="AD" clId="Web-{D3471DC4-25AE-DE52-233B-5DFF67B54A8E}" dt="2025-11-14T19:16:38.033" v="4"/>
          <pc:sldLayoutMkLst>
            <pc:docMk/>
            <pc:sldMasterMk cId="2460954070" sldId="2147483660"/>
            <pc:sldLayoutMk cId="3479445657" sldId="2147483671"/>
          </pc:sldLayoutMkLst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479445657" sldId="2147483671"/>
              <ac:spMk id="2" creationId="{00000000-0000-0000-0000-000000000000}"/>
            </ac:spMkLst>
          </pc:spChg>
          <pc:spChg chg="mod">
            <ac:chgData name="Tapendra B C RA" userId="S::ta.bc-ra@uwinnipeg.ca::b2810ba2-d0bc-49d7-bfef-c74f3d6ef5c1" providerId="AD" clId="Web-{D3471DC4-25AE-DE52-233B-5DFF67B54A8E}" dt="2025-11-14T19:16:38.033" v="4"/>
            <ac:spMkLst>
              <pc:docMk/>
              <pc:sldMasterMk cId="2460954070" sldId="2147483660"/>
              <pc:sldLayoutMk cId="3479445657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Tapendra B C RA" userId="S::ta.bc-ra@uwinnipeg.ca::b2810ba2-d0bc-49d7-bfef-c74f3d6ef5c1" providerId="AD" clId="Web-{DF6E7356-87C4-2A7E-BD36-264222520FC5}"/>
    <pc:docChg chg="modSld">
      <pc:chgData name="Tapendra B C RA" userId="S::ta.bc-ra@uwinnipeg.ca::b2810ba2-d0bc-49d7-bfef-c74f3d6ef5c1" providerId="AD" clId="Web-{DF6E7356-87C4-2A7E-BD36-264222520FC5}" dt="2025-11-14T23:44:25.906" v="391" actId="20577"/>
      <pc:docMkLst>
        <pc:docMk/>
      </pc:docMkLst>
      <pc:sldChg chg="modSp">
        <pc:chgData name="Tapendra B C RA" userId="S::ta.bc-ra@uwinnipeg.ca::b2810ba2-d0bc-49d7-bfef-c74f3d6ef5c1" providerId="AD" clId="Web-{DF6E7356-87C4-2A7E-BD36-264222520FC5}" dt="2025-11-14T23:44:25.906" v="391" actId="20577"/>
        <pc:sldMkLst>
          <pc:docMk/>
          <pc:sldMk cId="109857222" sldId="256"/>
        </pc:sldMkLst>
        <pc:spChg chg="mod">
          <ac:chgData name="Tapendra B C RA" userId="S::ta.bc-ra@uwinnipeg.ca::b2810ba2-d0bc-49d7-bfef-c74f3d6ef5c1" providerId="AD" clId="Web-{DF6E7356-87C4-2A7E-BD36-264222520FC5}" dt="2025-11-14T23:42:04.517" v="379" actId="20577"/>
          <ac:spMkLst>
            <pc:docMk/>
            <pc:sldMk cId="109857222" sldId="256"/>
            <ac:spMk id="4" creationId="{BC733C0F-9B33-139E-8043-93B476843564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8:46.599" v="344" actId="20577"/>
          <ac:spMkLst>
            <pc:docMk/>
            <pc:sldMk cId="109857222" sldId="256"/>
            <ac:spMk id="5" creationId="{96070968-2503-7043-DB03-176A9BDC2426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4:25.906" v="391" actId="20577"/>
          <ac:spMkLst>
            <pc:docMk/>
            <pc:sldMk cId="109857222" sldId="256"/>
            <ac:spMk id="6" creationId="{8FF73E6C-B734-BD44-2D19-562EBE1C6869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25.926" v="354" actId="20577"/>
          <ac:spMkLst>
            <pc:docMk/>
            <pc:sldMk cId="109857222" sldId="256"/>
            <ac:spMk id="8" creationId="{E9D9F082-5548-828B-E3E3-962E3859F3DC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8:08.724" v="337" actId="20577"/>
          <ac:spMkLst>
            <pc:docMk/>
            <pc:sldMk cId="109857222" sldId="256"/>
            <ac:spMk id="11" creationId="{93B57F6C-586E-2A0D-EB33-3346B619C1B3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28.676" v="356" actId="20577"/>
          <ac:spMkLst>
            <pc:docMk/>
            <pc:sldMk cId="109857222" sldId="256"/>
            <ac:spMk id="12" creationId="{5685E7B0-D04C-07E2-C023-54D832EC32FE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12.973" v="349" actId="20577"/>
          <ac:spMkLst>
            <pc:docMk/>
            <pc:sldMk cId="109857222" sldId="256"/>
            <ac:spMk id="14" creationId="{A69F1BC2-4EA8-872F-ADCE-6AC8853B84BC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16.270" v="350" actId="20577"/>
          <ac:spMkLst>
            <pc:docMk/>
            <pc:sldMk cId="109857222" sldId="256"/>
            <ac:spMk id="15" creationId="{05B77F7F-32D3-E755-C66A-2E58DFA2523C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40.144" v="359" actId="20577"/>
          <ac:spMkLst>
            <pc:docMk/>
            <pc:sldMk cId="109857222" sldId="256"/>
            <ac:spMk id="16" creationId="{014B4BE7-6951-886B-65C0-27980D716F49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32.488" v="357" actId="20577"/>
          <ac:spMkLst>
            <pc:docMk/>
            <pc:sldMk cId="109857222" sldId="256"/>
            <ac:spMk id="19" creationId="{A5DEEE3F-9D52-F493-4F18-AE9EA1B1B5AA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51.050" v="361" actId="20577"/>
          <ac:spMkLst>
            <pc:docMk/>
            <pc:sldMk cId="109857222" sldId="256"/>
            <ac:spMk id="27" creationId="{485ADBED-DF73-135E-CEBD-736171316A72}"/>
          </ac:spMkLst>
        </pc:spChg>
        <pc:spChg chg="mod">
          <ac:chgData name="Tapendra B C RA" userId="S::ta.bc-ra@uwinnipeg.ca::b2810ba2-d0bc-49d7-bfef-c74f3d6ef5c1" providerId="AD" clId="Web-{DF6E7356-87C4-2A7E-BD36-264222520FC5}" dt="2025-11-14T23:39:22.457" v="353" actId="20577"/>
          <ac:spMkLst>
            <pc:docMk/>
            <pc:sldMk cId="109857222" sldId="256"/>
            <ac:spMk id="32" creationId="{1FDD81A4-E75D-198F-88CE-EFFCC6F220A4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2:27.127" v="386" actId="14100"/>
          <ac:spMkLst>
            <pc:docMk/>
            <pc:sldMk cId="109857222" sldId="256"/>
            <ac:spMk id="33" creationId="{F0FED153-EE55-9762-0760-EEA033262E6F}"/>
          </ac:spMkLst>
        </pc:spChg>
        <pc:cxnChg chg="mod">
          <ac:chgData name="Tapendra B C RA" userId="S::ta.bc-ra@uwinnipeg.ca::b2810ba2-d0bc-49d7-bfef-c74f3d6ef5c1" providerId="AD" clId="Web-{DF6E7356-87C4-2A7E-BD36-264222520FC5}" dt="2025-11-14T22:57:24.047" v="270" actId="1076"/>
          <ac:cxnSpMkLst>
            <pc:docMk/>
            <pc:sldMk cId="109857222" sldId="256"/>
            <ac:cxnSpMk id="9" creationId="{7F98ED28-D2A5-003A-B07E-D4F6C7C410FA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141" v="277" actId="1076"/>
          <ac:cxnSpMkLst>
            <pc:docMk/>
            <pc:sldMk cId="109857222" sldId="256"/>
            <ac:cxnSpMk id="23" creationId="{463A1021-18C7-0C92-7A15-42885ABD7F0A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157" v="278" actId="1076"/>
          <ac:cxnSpMkLst>
            <pc:docMk/>
            <pc:sldMk cId="109857222" sldId="256"/>
            <ac:cxnSpMk id="24" creationId="{90EA78BC-5063-FD9C-AC08-F54EB127C06B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157" v="279" actId="1076"/>
          <ac:cxnSpMkLst>
            <pc:docMk/>
            <pc:sldMk cId="109857222" sldId="256"/>
            <ac:cxnSpMk id="25" creationId="{64EC024E-74CD-B7AB-4E9E-DC4E24D1A041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172" v="280" actId="1076"/>
          <ac:cxnSpMkLst>
            <pc:docMk/>
            <pc:sldMk cId="109857222" sldId="256"/>
            <ac:cxnSpMk id="26" creationId="{0004CAE8-0E57-474E-0278-8317D04731E4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204" v="282" actId="1076"/>
          <ac:cxnSpMkLst>
            <pc:docMk/>
            <pc:sldMk cId="109857222" sldId="256"/>
            <ac:cxnSpMk id="29" creationId="{24743D95-02DB-B989-1CB7-2F5037D964D1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204" v="283" actId="1076"/>
          <ac:cxnSpMkLst>
            <pc:docMk/>
            <pc:sldMk cId="109857222" sldId="256"/>
            <ac:cxnSpMk id="30" creationId="{8E85145A-94BC-56F3-BDA2-618F05A2A243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219" v="284" actId="1076"/>
          <ac:cxnSpMkLst>
            <pc:docMk/>
            <pc:sldMk cId="109857222" sldId="256"/>
            <ac:cxnSpMk id="31" creationId="{29108E89-D5E3-C0B5-05B7-B3DFDFA83371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251" v="286" actId="1076"/>
          <ac:cxnSpMkLst>
            <pc:docMk/>
            <pc:sldMk cId="109857222" sldId="256"/>
            <ac:cxnSpMk id="35" creationId="{836749F3-D0C9-3838-7285-788C316FE1F5}"/>
          </ac:cxnSpMkLst>
        </pc:cxnChg>
        <pc:cxnChg chg="mod">
          <ac:chgData name="Tapendra B C RA" userId="S::ta.bc-ra@uwinnipeg.ca::b2810ba2-d0bc-49d7-bfef-c74f3d6ef5c1" providerId="AD" clId="Web-{DF6E7356-87C4-2A7E-BD36-264222520FC5}" dt="2025-11-14T22:57:24.251" v="287" actId="1076"/>
          <ac:cxnSpMkLst>
            <pc:docMk/>
            <pc:sldMk cId="109857222" sldId="256"/>
            <ac:cxnSpMk id="36" creationId="{EE71FD06-5590-B44C-E72B-E71BC1B28457}"/>
          </ac:cxnSpMkLst>
        </pc:cxnChg>
      </pc:sldChg>
      <pc:sldChg chg="modSp">
        <pc:chgData name="Tapendra B C RA" userId="S::ta.bc-ra@uwinnipeg.ca::b2810ba2-d0bc-49d7-bfef-c74f3d6ef5c1" providerId="AD" clId="Web-{DF6E7356-87C4-2A7E-BD36-264222520FC5}" dt="2025-11-14T23:41:43.330" v="375" actId="20577"/>
        <pc:sldMkLst>
          <pc:docMk/>
          <pc:sldMk cId="2450366514" sldId="257"/>
        </pc:sldMkLst>
        <pc:spChg chg="mod">
          <ac:chgData name="Tapendra B C RA" userId="S::ta.bc-ra@uwinnipeg.ca::b2810ba2-d0bc-49d7-bfef-c74f3d6ef5c1" providerId="AD" clId="Web-{DF6E7356-87C4-2A7E-BD36-264222520FC5}" dt="2025-11-14T23:00:57.852" v="320" actId="20577"/>
          <ac:spMkLst>
            <pc:docMk/>
            <pc:sldMk cId="2450366514" sldId="257"/>
            <ac:spMk id="4" creationId="{E07C08C9-1786-C3A8-F4E0-CBC0FCA4FB0B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1:43.330" v="375" actId="20577"/>
          <ac:spMkLst>
            <pc:docMk/>
            <pc:sldMk cId="2450366514" sldId="257"/>
            <ac:spMk id="5" creationId="{159A090B-AC94-1A3D-2EBA-EA3857ABF947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1:09.440" v="374" actId="20577"/>
          <ac:spMkLst>
            <pc:docMk/>
            <pc:sldMk cId="2450366514" sldId="257"/>
            <ac:spMk id="6" creationId="{04CED9E6-595D-809C-E1CF-DA3B183BD7CE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0:36.768" v="369" actId="20577"/>
          <ac:spMkLst>
            <pc:docMk/>
            <pc:sldMk cId="2450366514" sldId="257"/>
            <ac:spMk id="11" creationId="{0FA1AB7E-778E-31C5-FC1B-3DE3DF043166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0:32.878" v="367" actId="20577"/>
          <ac:spMkLst>
            <pc:docMk/>
            <pc:sldMk cId="2450366514" sldId="257"/>
            <ac:spMk id="12" creationId="{BC64D7A9-B66A-FDCF-9B02-051D6A7F14D2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1:03.565" v="373" actId="20577"/>
          <ac:spMkLst>
            <pc:docMk/>
            <pc:sldMk cId="2450366514" sldId="257"/>
            <ac:spMk id="14" creationId="{8869A45C-76DA-02E5-0234-435EC325B84F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0:50.534" v="370" actId="20577"/>
          <ac:spMkLst>
            <pc:docMk/>
            <pc:sldMk cId="2450366514" sldId="257"/>
            <ac:spMk id="16" creationId="{5ECD9C36-968F-BD8A-2C37-A0ADEB39102A}"/>
          </ac:spMkLst>
        </pc:spChg>
        <pc:spChg chg="mod">
          <ac:chgData name="Tapendra B C RA" userId="S::ta.bc-ra@uwinnipeg.ca::b2810ba2-d0bc-49d7-bfef-c74f3d6ef5c1" providerId="AD" clId="Web-{DF6E7356-87C4-2A7E-BD36-264222520FC5}" dt="2025-11-14T23:40:13.362" v="362" actId="20577"/>
          <ac:spMkLst>
            <pc:docMk/>
            <pc:sldMk cId="2450366514" sldId="257"/>
            <ac:spMk id="19" creationId="{D1461BD8-41D9-4F1D-509F-8FF748AEE7D5}"/>
          </ac:spMkLst>
        </pc:spChg>
        <pc:spChg chg="mod">
          <ac:chgData name="Tapendra B C RA" userId="S::ta.bc-ra@uwinnipeg.ca::b2810ba2-d0bc-49d7-bfef-c74f3d6ef5c1" providerId="AD" clId="Web-{DF6E7356-87C4-2A7E-BD36-264222520FC5}" dt="2025-11-14T23:01:02.806" v="321" actId="20577"/>
          <ac:spMkLst>
            <pc:docMk/>
            <pc:sldMk cId="2450366514" sldId="257"/>
            <ac:spMk id="33" creationId="{B237092E-92D9-53DD-F456-E446B3A4CFAA}"/>
          </ac:spMkLst>
        </pc:spChg>
      </pc:sldChg>
      <pc:sldChg chg="addSp delSp modSp">
        <pc:chgData name="Tapendra B C RA" userId="S::ta.bc-ra@uwinnipeg.ca::b2810ba2-d0bc-49d7-bfef-c74f3d6ef5c1" providerId="AD" clId="Web-{DF6E7356-87C4-2A7E-BD36-264222520FC5}" dt="2025-11-14T23:00:45.227" v="316" actId="20577"/>
        <pc:sldMkLst>
          <pc:docMk/>
          <pc:sldMk cId="2530736965" sldId="258"/>
        </pc:sldMkLst>
        <pc:spChg chg="mod">
          <ac:chgData name="Tapendra B C RA" userId="S::ta.bc-ra@uwinnipeg.ca::b2810ba2-d0bc-49d7-bfef-c74f3d6ef5c1" providerId="AD" clId="Web-{DF6E7356-87C4-2A7E-BD36-264222520FC5}" dt="2025-11-14T22:59:41.476" v="306" actId="20577"/>
          <ac:spMkLst>
            <pc:docMk/>
            <pc:sldMk cId="2530736965" sldId="258"/>
            <ac:spMk id="2" creationId="{A720CA91-5152-6E87-82B8-FEB9026DCBCE}"/>
          </ac:spMkLst>
        </pc:spChg>
        <pc:spChg chg="mod">
          <ac:chgData name="Tapendra B C RA" userId="S::ta.bc-ra@uwinnipeg.ca::b2810ba2-d0bc-49d7-bfef-c74f3d6ef5c1" providerId="AD" clId="Web-{DF6E7356-87C4-2A7E-BD36-264222520FC5}" dt="2025-11-14T23:00:45.227" v="316" actId="20577"/>
          <ac:spMkLst>
            <pc:docMk/>
            <pc:sldMk cId="2530736965" sldId="258"/>
            <ac:spMk id="4" creationId="{7D38B8E1-453F-A63B-B0F8-BE1D98D775D0}"/>
          </ac:spMkLst>
        </pc:spChg>
        <pc:spChg chg="del">
          <ac:chgData name="Tapendra B C RA" userId="S::ta.bc-ra@uwinnipeg.ca::b2810ba2-d0bc-49d7-bfef-c74f3d6ef5c1" providerId="AD" clId="Web-{DF6E7356-87C4-2A7E-BD36-264222520FC5}" dt="2025-11-14T22:53:15.731" v="229"/>
          <ac:spMkLst>
            <pc:docMk/>
            <pc:sldMk cId="2530736965" sldId="258"/>
            <ac:spMk id="5" creationId="{29A915DD-8453-5226-C394-04AE4A0888CC}"/>
          </ac:spMkLst>
        </pc:spChg>
        <pc:spChg chg="add mod">
          <ac:chgData name="Tapendra B C RA" userId="S::ta.bc-ra@uwinnipeg.ca::b2810ba2-d0bc-49d7-bfef-c74f3d6ef5c1" providerId="AD" clId="Web-{DF6E7356-87C4-2A7E-BD36-264222520FC5}" dt="2025-11-14T23:00:01.523" v="309" actId="20577"/>
          <ac:spMkLst>
            <pc:docMk/>
            <pc:sldMk cId="2530736965" sldId="258"/>
            <ac:spMk id="8" creationId="{489C98CE-2503-3955-9CBA-360C801FE114}"/>
          </ac:spMkLst>
        </pc:spChg>
        <pc:spChg chg="add mod">
          <ac:chgData name="Tapendra B C RA" userId="S::ta.bc-ra@uwinnipeg.ca::b2810ba2-d0bc-49d7-bfef-c74f3d6ef5c1" providerId="AD" clId="Web-{DF6E7356-87C4-2A7E-BD36-264222520FC5}" dt="2025-11-14T22:59:54.992" v="308" actId="20577"/>
          <ac:spMkLst>
            <pc:docMk/>
            <pc:sldMk cId="2530736965" sldId="258"/>
            <ac:spMk id="9" creationId="{E11B4BB2-BEDC-A125-D6C3-A6367DCF9D71}"/>
          </ac:spMkLst>
        </pc:spChg>
        <pc:spChg chg="add mod">
          <ac:chgData name="Tapendra B C RA" userId="S::ta.bc-ra@uwinnipeg.ca::b2810ba2-d0bc-49d7-bfef-c74f3d6ef5c1" providerId="AD" clId="Web-{DF6E7356-87C4-2A7E-BD36-264222520FC5}" dt="2025-11-14T23:00:13.899" v="310" actId="20577"/>
          <ac:spMkLst>
            <pc:docMk/>
            <pc:sldMk cId="2530736965" sldId="258"/>
            <ac:spMk id="13" creationId="{67DF811A-C19D-D791-E7C5-34B3C0CBA9CE}"/>
          </ac:spMkLst>
        </pc:spChg>
        <pc:spChg chg="add mod">
          <ac:chgData name="Tapendra B C RA" userId="S::ta.bc-ra@uwinnipeg.ca::b2810ba2-d0bc-49d7-bfef-c74f3d6ef5c1" providerId="AD" clId="Web-{DF6E7356-87C4-2A7E-BD36-264222520FC5}" dt="2025-11-14T23:00:30.336" v="312" actId="20577"/>
          <ac:spMkLst>
            <pc:docMk/>
            <pc:sldMk cId="2530736965" sldId="258"/>
            <ac:spMk id="14" creationId="{F7689171-8637-FA6E-EB02-6C0735F33898}"/>
          </ac:spMkLst>
        </pc:spChg>
        <pc:spChg chg="add mod">
          <ac:chgData name="Tapendra B C RA" userId="S::ta.bc-ra@uwinnipeg.ca::b2810ba2-d0bc-49d7-bfef-c74f3d6ef5c1" providerId="AD" clId="Web-{DF6E7356-87C4-2A7E-BD36-264222520FC5}" dt="2025-11-14T23:00:20.914" v="311" actId="20577"/>
          <ac:spMkLst>
            <pc:docMk/>
            <pc:sldMk cId="2530736965" sldId="258"/>
            <ac:spMk id="15" creationId="{452F6345-896F-497F-BB09-6AE81D538266}"/>
          </ac:spMkLst>
        </pc:spChg>
        <pc:spChg chg="mod">
          <ac:chgData name="Tapendra B C RA" userId="S::ta.bc-ra@uwinnipeg.ca::b2810ba2-d0bc-49d7-bfef-c74f3d6ef5c1" providerId="AD" clId="Web-{DF6E7356-87C4-2A7E-BD36-264222520FC5}" dt="2025-11-14T22:59:49.273" v="307" actId="20577"/>
          <ac:spMkLst>
            <pc:docMk/>
            <pc:sldMk cId="2530736965" sldId="258"/>
            <ac:spMk id="33" creationId="{A3EB2A93-D642-A62B-DF81-EC27EDB79F28}"/>
          </ac:spMkLst>
        </pc:spChg>
        <pc:picChg chg="add mod modCrop">
          <ac:chgData name="Tapendra B C RA" userId="S::ta.bc-ra@uwinnipeg.ca::b2810ba2-d0bc-49d7-bfef-c74f3d6ef5c1" providerId="AD" clId="Web-{DF6E7356-87C4-2A7E-BD36-264222520FC5}" dt="2025-11-14T22:54:25.920" v="245"/>
          <ac:picMkLst>
            <pc:docMk/>
            <pc:sldMk cId="2530736965" sldId="258"/>
            <ac:picMk id="3" creationId="{F0CAC858-5482-5DBD-CD26-572F39EED5CB}"/>
          </ac:picMkLst>
        </pc:picChg>
        <pc:picChg chg="add mod">
          <ac:chgData name="Tapendra B C RA" userId="S::ta.bc-ra@uwinnipeg.ca::b2810ba2-d0bc-49d7-bfef-c74f3d6ef5c1" providerId="AD" clId="Web-{DF6E7356-87C4-2A7E-BD36-264222520FC5}" dt="2025-11-14T22:50:27.538" v="191" actId="1076"/>
          <ac:picMkLst>
            <pc:docMk/>
            <pc:sldMk cId="2530736965" sldId="258"/>
            <ac:picMk id="6" creationId="{744696F9-A657-9EC4-59DE-3BE78AC9DA04}"/>
          </ac:picMkLst>
        </pc:picChg>
        <pc:cxnChg chg="add mod">
          <ac:chgData name="Tapendra B C RA" userId="S::ta.bc-ra@uwinnipeg.ca::b2810ba2-d0bc-49d7-bfef-c74f3d6ef5c1" providerId="AD" clId="Web-{DF6E7356-87C4-2A7E-BD36-264222520FC5}" dt="2025-11-14T22:47:31.411" v="139" actId="1076"/>
          <ac:cxnSpMkLst>
            <pc:docMk/>
            <pc:sldMk cId="2530736965" sldId="258"/>
            <ac:cxnSpMk id="11" creationId="{97497CA1-76E5-0B56-83F2-6E4B5BC23A2A}"/>
          </ac:cxnSpMkLst>
        </pc:cxnChg>
        <pc:cxnChg chg="add mod">
          <ac:chgData name="Tapendra B C RA" userId="S::ta.bc-ra@uwinnipeg.ca::b2810ba2-d0bc-49d7-bfef-c74f3d6ef5c1" providerId="AD" clId="Web-{DF6E7356-87C4-2A7E-BD36-264222520FC5}" dt="2025-11-14T22:47:31.411" v="140" actId="1076"/>
          <ac:cxnSpMkLst>
            <pc:docMk/>
            <pc:sldMk cId="2530736965" sldId="258"/>
            <ac:cxnSpMk id="12" creationId="{8BC5EDB7-E4DA-E4A4-96E6-E48DB80203E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8"/>
            <a:ext cx="5143500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279651"/>
            <a:ext cx="5915025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119285"/>
            <a:ext cx="5915025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82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82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486834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1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241551"/>
            <a:ext cx="2915543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340101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316567"/>
            <a:ext cx="3471863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316567"/>
            <a:ext cx="3471863" cy="6498167"/>
          </a:xfrm>
        </p:spPr>
        <p:txBody>
          <a:bodyPr anchor="t"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5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8475135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5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33C0F-9B33-139E-8043-93B476843564}"/>
              </a:ext>
            </a:extLst>
          </p:cNvPr>
          <p:cNvSpPr txBox="1"/>
          <p:nvPr/>
        </p:nvSpPr>
        <p:spPr>
          <a:xfrm>
            <a:off x="821531" y="42863"/>
            <a:ext cx="521850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BF2222"/>
                </a:solidFill>
                <a:latin typeface="Arial"/>
                <a:ea typeface="+mn-lt"/>
                <a:cs typeface="+mn-lt"/>
              </a:rPr>
              <a:t>Water Circulation Guide</a:t>
            </a:r>
            <a:endParaRPr lang="en-US" sz="3200" b="1">
              <a:solidFill>
                <a:srgbClr val="BF2222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70968-2503-7043-DB03-176A9BDC2426}"/>
              </a:ext>
            </a:extLst>
          </p:cNvPr>
          <p:cNvSpPr txBox="1"/>
          <p:nvPr/>
        </p:nvSpPr>
        <p:spPr>
          <a:xfrm>
            <a:off x="207168" y="8541204"/>
            <a:ext cx="642580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 dirty="0">
                <a:solidFill>
                  <a:srgbClr val="BF2222"/>
                </a:solidFill>
                <a:latin typeface="Arial"/>
                <a:cs typeface="Arial"/>
              </a:rPr>
              <a:t>If the pump is making noise, check the priming. If the noise persists replace the mechanical seal.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8FF73E6C-B734-BD44-2D19-562EBE1C6869}"/>
              </a:ext>
            </a:extLst>
          </p:cNvPr>
          <p:cNvSpPr/>
          <p:nvPr/>
        </p:nvSpPr>
        <p:spPr>
          <a:xfrm>
            <a:off x="1382315" y="2412886"/>
            <a:ext cx="2739628" cy="1396602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Inlet completely filled with water?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D9F082-5548-828B-E3E3-962E3859F3DC}"/>
              </a:ext>
            </a:extLst>
          </p:cNvPr>
          <p:cNvSpPr/>
          <p:nvPr/>
        </p:nvSpPr>
        <p:spPr>
          <a:xfrm>
            <a:off x="4843463" y="2759755"/>
            <a:ext cx="1331913" cy="70802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Prime the pump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98ED28-D2A5-003A-B07E-D4F6C7C410FA}"/>
              </a:ext>
            </a:extLst>
          </p:cNvPr>
          <p:cNvCxnSpPr/>
          <p:nvPr/>
        </p:nvCxnSpPr>
        <p:spPr>
          <a:xfrm>
            <a:off x="4103687" y="3105829"/>
            <a:ext cx="719137" cy="35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3B57F6C-586E-2A0D-EB33-3346B619C1B3}"/>
              </a:ext>
            </a:extLst>
          </p:cNvPr>
          <p:cNvSpPr txBox="1"/>
          <p:nvPr/>
        </p:nvSpPr>
        <p:spPr>
          <a:xfrm>
            <a:off x="2122488" y="3844018"/>
            <a:ext cx="600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cs typeface="Arial"/>
              </a:rPr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85E7B0-D04C-07E2-C023-54D832EC32FE}"/>
              </a:ext>
            </a:extLst>
          </p:cNvPr>
          <p:cNvSpPr txBox="1"/>
          <p:nvPr/>
        </p:nvSpPr>
        <p:spPr>
          <a:xfrm>
            <a:off x="4179887" y="2743881"/>
            <a:ext cx="50006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>
                <a:latin typeface="Arial"/>
                <a:cs typeface="Arial"/>
              </a:rPr>
              <a:t>No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69F1BC2-4EA8-872F-ADCE-6AC8853B84BC}"/>
              </a:ext>
            </a:extLst>
          </p:cNvPr>
          <p:cNvSpPr/>
          <p:nvPr/>
        </p:nvSpPr>
        <p:spPr>
          <a:xfrm>
            <a:off x="2085975" y="4274230"/>
            <a:ext cx="1331913" cy="70802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Turn the pump on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05B77F7F-32D3-E755-C66A-2E58DFA2523C}"/>
              </a:ext>
            </a:extLst>
          </p:cNvPr>
          <p:cNvSpPr/>
          <p:nvPr/>
        </p:nvSpPr>
        <p:spPr>
          <a:xfrm>
            <a:off x="1382314" y="5441835"/>
            <a:ext cx="2739628" cy="1396602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Water flowing through outlet?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4B4BE7-6951-886B-65C0-27980D716F49}"/>
              </a:ext>
            </a:extLst>
          </p:cNvPr>
          <p:cNvSpPr/>
          <p:nvPr/>
        </p:nvSpPr>
        <p:spPr>
          <a:xfrm>
            <a:off x="1978818" y="7252776"/>
            <a:ext cx="1571625" cy="105370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 Can turn the chiller on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DEEE3F-9D52-F493-4F18-AE9EA1B1B5AA}"/>
              </a:ext>
            </a:extLst>
          </p:cNvPr>
          <p:cNvSpPr/>
          <p:nvPr/>
        </p:nvSpPr>
        <p:spPr>
          <a:xfrm>
            <a:off x="2235992" y="1337750"/>
            <a:ext cx="1014413" cy="62507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Start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3A1021-18C7-0C92-7A15-42885ABD7F0A}"/>
              </a:ext>
            </a:extLst>
          </p:cNvPr>
          <p:cNvCxnSpPr>
            <a:cxnSpLocks/>
          </p:cNvCxnSpPr>
          <p:nvPr/>
        </p:nvCxnSpPr>
        <p:spPr>
          <a:xfrm>
            <a:off x="2746375" y="3805917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EA78BC-5063-FD9C-AC08-F54EB127C06B}"/>
              </a:ext>
            </a:extLst>
          </p:cNvPr>
          <p:cNvCxnSpPr>
            <a:cxnSpLocks/>
          </p:cNvCxnSpPr>
          <p:nvPr/>
        </p:nvCxnSpPr>
        <p:spPr>
          <a:xfrm>
            <a:off x="2746375" y="1962829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EC024E-74CD-B7AB-4E9E-DC4E24D1A041}"/>
              </a:ext>
            </a:extLst>
          </p:cNvPr>
          <p:cNvCxnSpPr>
            <a:cxnSpLocks/>
          </p:cNvCxnSpPr>
          <p:nvPr/>
        </p:nvCxnSpPr>
        <p:spPr>
          <a:xfrm>
            <a:off x="2746375" y="4977492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04CAE8-0E57-474E-0278-8317D04731E4}"/>
              </a:ext>
            </a:extLst>
          </p:cNvPr>
          <p:cNvCxnSpPr>
            <a:cxnSpLocks/>
          </p:cNvCxnSpPr>
          <p:nvPr/>
        </p:nvCxnSpPr>
        <p:spPr>
          <a:xfrm>
            <a:off x="2760662" y="6806292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85ADBED-DF73-135E-CEBD-736171316A72}"/>
              </a:ext>
            </a:extLst>
          </p:cNvPr>
          <p:cNvSpPr txBox="1"/>
          <p:nvPr/>
        </p:nvSpPr>
        <p:spPr>
          <a:xfrm>
            <a:off x="2122488" y="6901542"/>
            <a:ext cx="6000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/>
              <a:t>Yes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743D95-02DB-B989-1CB7-2F5037D964D1}"/>
              </a:ext>
            </a:extLst>
          </p:cNvPr>
          <p:cNvCxnSpPr/>
          <p:nvPr/>
        </p:nvCxnSpPr>
        <p:spPr>
          <a:xfrm>
            <a:off x="657164" y="6126440"/>
            <a:ext cx="727144" cy="402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85145A-94BC-56F3-BDA2-618F05A2A243}"/>
              </a:ext>
            </a:extLst>
          </p:cNvPr>
          <p:cNvCxnSpPr>
            <a:cxnSpLocks/>
          </p:cNvCxnSpPr>
          <p:nvPr/>
        </p:nvCxnSpPr>
        <p:spPr>
          <a:xfrm flipV="1">
            <a:off x="657164" y="2101372"/>
            <a:ext cx="27057" cy="403933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108E89-D5E3-C0B5-05B7-B3DFDFA83371}"/>
              </a:ext>
            </a:extLst>
          </p:cNvPr>
          <p:cNvCxnSpPr>
            <a:cxnSpLocks/>
          </p:cNvCxnSpPr>
          <p:nvPr/>
        </p:nvCxnSpPr>
        <p:spPr>
          <a:xfrm>
            <a:off x="674686" y="2105703"/>
            <a:ext cx="2062163" cy="35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FDD81A4-E75D-198F-88CE-EFFCC6F220A4}"/>
              </a:ext>
            </a:extLst>
          </p:cNvPr>
          <p:cNvSpPr txBox="1"/>
          <p:nvPr/>
        </p:nvSpPr>
        <p:spPr>
          <a:xfrm>
            <a:off x="722312" y="5744256"/>
            <a:ext cx="50006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>
                <a:latin typeface="Arial"/>
                <a:cs typeface="Arial"/>
              </a:rPr>
              <a:t>No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FED153-EE55-9762-0760-EEA033262E6F}"/>
              </a:ext>
            </a:extLst>
          </p:cNvPr>
          <p:cNvSpPr txBox="1"/>
          <p:nvPr/>
        </p:nvSpPr>
        <p:spPr>
          <a:xfrm>
            <a:off x="7143" y="857250"/>
            <a:ext cx="3709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BF2222"/>
                </a:solidFill>
                <a:latin typeface="Arial"/>
                <a:cs typeface="Arial"/>
              </a:rPr>
              <a:t>Starting the Water Circulation:</a:t>
            </a:r>
            <a:endParaRPr lang="en-US">
              <a:solidFill>
                <a:srgbClr val="BF2222"/>
              </a:solidFill>
              <a:latin typeface="Arial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36749F3-D0C9-3838-7285-788C316FE1F5}"/>
              </a:ext>
            </a:extLst>
          </p:cNvPr>
          <p:cNvCxnSpPr>
            <a:cxnSpLocks/>
          </p:cNvCxnSpPr>
          <p:nvPr/>
        </p:nvCxnSpPr>
        <p:spPr>
          <a:xfrm flipH="1" flipV="1">
            <a:off x="5495731" y="2082015"/>
            <a:ext cx="821" cy="6664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71FD06-5590-B44C-E72B-E71BC1B28457}"/>
              </a:ext>
            </a:extLst>
          </p:cNvPr>
          <p:cNvCxnSpPr>
            <a:cxnSpLocks/>
          </p:cNvCxnSpPr>
          <p:nvPr/>
        </p:nvCxnSpPr>
        <p:spPr>
          <a:xfrm flipH="1">
            <a:off x="2765424" y="2091417"/>
            <a:ext cx="2724150" cy="178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0806-8A13-32CF-43BA-D14C89A2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7C08C9-1786-C3A8-F4E0-CBC0FCA4FB0B}"/>
              </a:ext>
            </a:extLst>
          </p:cNvPr>
          <p:cNvSpPr txBox="1"/>
          <p:nvPr/>
        </p:nvSpPr>
        <p:spPr>
          <a:xfrm>
            <a:off x="821531" y="42863"/>
            <a:ext cx="521850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BF2222"/>
                </a:solidFill>
                <a:latin typeface="Arial"/>
                <a:ea typeface="+mn-lt"/>
                <a:cs typeface="+mn-lt"/>
              </a:rPr>
              <a:t>Water Circulation Guide</a:t>
            </a:r>
            <a:endParaRPr lang="en-US" sz="3200" b="1">
              <a:solidFill>
                <a:srgbClr val="BF2222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A090B-AC94-1A3D-2EBA-EA3857ABF947}"/>
              </a:ext>
            </a:extLst>
          </p:cNvPr>
          <p:cNvSpPr txBox="1"/>
          <p:nvPr/>
        </p:nvSpPr>
        <p:spPr>
          <a:xfrm>
            <a:off x="207168" y="8355051"/>
            <a:ext cx="642580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i="1" dirty="0">
                <a:solidFill>
                  <a:srgbClr val="BF2222"/>
                </a:solidFill>
                <a:latin typeface="Arial"/>
                <a:cs typeface="Arial"/>
              </a:rPr>
              <a:t>It is important to turn the chiller off if there is no water circulation to prevent the damage to the chiller.</a:t>
            </a:r>
            <a:endParaRPr lang="en-US">
              <a:solidFill>
                <a:srgbClr val="BF2222"/>
              </a:solidFill>
              <a:latin typeface="Arial"/>
              <a:cs typeface="Arial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4CED9E6-595D-809C-E1CF-DA3B183BD7CE}"/>
              </a:ext>
            </a:extLst>
          </p:cNvPr>
          <p:cNvSpPr/>
          <p:nvPr/>
        </p:nvSpPr>
        <p:spPr>
          <a:xfrm>
            <a:off x="1382315" y="3039927"/>
            <a:ext cx="2739628" cy="1396602"/>
          </a:xfrm>
          <a:prstGeom prst="diamond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Is the chiller 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1AB7E-778E-31C5-FC1B-3DE3DF043166}"/>
              </a:ext>
            </a:extLst>
          </p:cNvPr>
          <p:cNvSpPr txBox="1"/>
          <p:nvPr/>
        </p:nvSpPr>
        <p:spPr>
          <a:xfrm>
            <a:off x="2122488" y="4471059"/>
            <a:ext cx="6000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>
                <a:latin typeface="Arial"/>
                <a:cs typeface="Arial"/>
              </a:rPr>
              <a:t>Yes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4D7A9-B66A-FDCF-9B02-051D6A7F14D2}"/>
              </a:ext>
            </a:extLst>
          </p:cNvPr>
          <p:cNvSpPr txBox="1"/>
          <p:nvPr/>
        </p:nvSpPr>
        <p:spPr>
          <a:xfrm>
            <a:off x="4179887" y="3370921"/>
            <a:ext cx="50006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dirty="0">
                <a:latin typeface="Arial"/>
                <a:cs typeface="Arial"/>
              </a:rPr>
              <a:t>No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69A45C-76DA-02E5-0234-435EC325B84F}"/>
              </a:ext>
            </a:extLst>
          </p:cNvPr>
          <p:cNvSpPr/>
          <p:nvPr/>
        </p:nvSpPr>
        <p:spPr>
          <a:xfrm>
            <a:off x="2085975" y="4901270"/>
            <a:ext cx="1331913" cy="70802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Turn the chiller off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CD9C36-968F-BD8A-2C37-A0ADEB39102A}"/>
              </a:ext>
            </a:extLst>
          </p:cNvPr>
          <p:cNvSpPr/>
          <p:nvPr/>
        </p:nvSpPr>
        <p:spPr>
          <a:xfrm>
            <a:off x="1964879" y="6081682"/>
            <a:ext cx="1571625" cy="105370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Turn the pump off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461BD8-41D9-4F1D-509F-8FF748AEE7D5}"/>
              </a:ext>
            </a:extLst>
          </p:cNvPr>
          <p:cNvSpPr/>
          <p:nvPr/>
        </p:nvSpPr>
        <p:spPr>
          <a:xfrm>
            <a:off x="2235992" y="1964790"/>
            <a:ext cx="1014413" cy="62507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  <a:cs typeface="Arial"/>
              </a:rPr>
              <a:t>Start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616E09-7771-7254-5135-A5BE89FD5EB1}"/>
              </a:ext>
            </a:extLst>
          </p:cNvPr>
          <p:cNvCxnSpPr>
            <a:cxnSpLocks/>
          </p:cNvCxnSpPr>
          <p:nvPr/>
        </p:nvCxnSpPr>
        <p:spPr>
          <a:xfrm>
            <a:off x="2746375" y="4432957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E506CC-1BA0-7D17-01F4-B33724A57B1A}"/>
              </a:ext>
            </a:extLst>
          </p:cNvPr>
          <p:cNvCxnSpPr>
            <a:cxnSpLocks/>
          </p:cNvCxnSpPr>
          <p:nvPr/>
        </p:nvCxnSpPr>
        <p:spPr>
          <a:xfrm>
            <a:off x="2746375" y="2589870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700AB3-32E4-345D-3951-B5219B8953FE}"/>
              </a:ext>
            </a:extLst>
          </p:cNvPr>
          <p:cNvCxnSpPr>
            <a:cxnSpLocks/>
          </p:cNvCxnSpPr>
          <p:nvPr/>
        </p:nvCxnSpPr>
        <p:spPr>
          <a:xfrm>
            <a:off x="2746375" y="5604532"/>
            <a:ext cx="4761" cy="46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1DD94C-11CB-80E9-EFFB-AC01BB5D52B9}"/>
              </a:ext>
            </a:extLst>
          </p:cNvPr>
          <p:cNvCxnSpPr/>
          <p:nvPr/>
        </p:nvCxnSpPr>
        <p:spPr>
          <a:xfrm>
            <a:off x="4127981" y="3728713"/>
            <a:ext cx="727144" cy="402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682088-FCB6-F5C2-BC34-2E29A7DB989C}"/>
              </a:ext>
            </a:extLst>
          </p:cNvPr>
          <p:cNvCxnSpPr>
            <a:cxnSpLocks/>
          </p:cNvCxnSpPr>
          <p:nvPr/>
        </p:nvCxnSpPr>
        <p:spPr>
          <a:xfrm flipH="1" flipV="1">
            <a:off x="4851989" y="3718082"/>
            <a:ext cx="821" cy="293815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237092E-92D9-53DD-F456-E446B3A4CFAA}"/>
              </a:ext>
            </a:extLst>
          </p:cNvPr>
          <p:cNvSpPr txBox="1"/>
          <p:nvPr/>
        </p:nvSpPr>
        <p:spPr>
          <a:xfrm>
            <a:off x="7143" y="871189"/>
            <a:ext cx="373138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BF2222"/>
                </a:solidFill>
                <a:latin typeface="Arial"/>
                <a:cs typeface="Arial"/>
              </a:rPr>
              <a:t>Stopping the Water Circulation:</a:t>
            </a:r>
            <a:endParaRPr lang="en-US">
              <a:solidFill>
                <a:srgbClr val="BF2222"/>
              </a:solidFill>
              <a:latin typeface="Arial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B7719C-E27C-169A-F1E8-7DABE40562EB}"/>
              </a:ext>
            </a:extLst>
          </p:cNvPr>
          <p:cNvCxnSpPr>
            <a:cxnSpLocks/>
          </p:cNvCxnSpPr>
          <p:nvPr/>
        </p:nvCxnSpPr>
        <p:spPr>
          <a:xfrm flipH="1" flipV="1">
            <a:off x="3512568" y="6607881"/>
            <a:ext cx="1343839" cy="243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36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F560-BED0-866C-525B-1C271EB4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38B8E1-453F-A63B-B0F8-BE1D98D775D0}"/>
              </a:ext>
            </a:extLst>
          </p:cNvPr>
          <p:cNvSpPr txBox="1"/>
          <p:nvPr/>
        </p:nvSpPr>
        <p:spPr>
          <a:xfrm>
            <a:off x="1197885" y="1046"/>
            <a:ext cx="44797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BF2222"/>
                </a:solidFill>
                <a:latin typeface="Arial"/>
                <a:ea typeface="+mn-lt"/>
                <a:cs typeface="+mn-lt"/>
              </a:rPr>
              <a:t>Pump Priming Guide</a:t>
            </a:r>
            <a:endParaRPr lang="en-US" sz="3200" b="1">
              <a:solidFill>
                <a:srgbClr val="BF2222"/>
              </a:solidFill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EB2A93-D642-A62B-DF81-EC27EDB79F28}"/>
              </a:ext>
            </a:extLst>
          </p:cNvPr>
          <p:cNvSpPr txBox="1"/>
          <p:nvPr/>
        </p:nvSpPr>
        <p:spPr>
          <a:xfrm>
            <a:off x="355619" y="889111"/>
            <a:ext cx="61428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Arial"/>
                <a:cs typeface="Arial"/>
              </a:rPr>
              <a:t>Open both inlet and outlet ports by removing the plug.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20CA91-5152-6E87-82B8-FEB9026DCBCE}"/>
              </a:ext>
            </a:extLst>
          </p:cNvPr>
          <p:cNvSpPr txBox="1"/>
          <p:nvPr/>
        </p:nvSpPr>
        <p:spPr>
          <a:xfrm>
            <a:off x="355619" y="3893966"/>
            <a:ext cx="346223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2.   Fill the outlet port with water (as shown in Fig 2) until the inlet line and the pump body are completely filled with water. </a:t>
            </a:r>
            <a:endParaRPr lang="en-US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You may need to shake the inlet line to help trapped air escape. 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It is important to have both port open to allow the air from the inlet and pump body to escape.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3" name="Picture 2" descr="A black and white drawing of a machine&#10;&#10;AI-generated content may be incorrect.">
            <a:extLst>
              <a:ext uri="{FF2B5EF4-FFF2-40B4-BE49-F238E27FC236}">
                <a16:creationId xmlns:a16="http://schemas.microsoft.com/office/drawing/2014/main" id="{F0CAC858-5482-5DBD-CD26-572F39EED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714499" y="1340433"/>
            <a:ext cx="2354038" cy="1863921"/>
          </a:xfrm>
          <a:prstGeom prst="rect">
            <a:avLst/>
          </a:prstGeom>
        </p:spPr>
      </p:pic>
      <p:pic>
        <p:nvPicPr>
          <p:cNvPr id="6" name="Picture 5" descr="A drawing of a machine&#10;&#10;AI-generated content may be incorrect.">
            <a:extLst>
              <a:ext uri="{FF2B5EF4-FFF2-40B4-BE49-F238E27FC236}">
                <a16:creationId xmlns:a16="http://schemas.microsoft.com/office/drawing/2014/main" id="{744696F9-A657-9EC4-59DE-3BE78AC9D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068537" y="4470076"/>
            <a:ext cx="2354034" cy="161899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9C98CE-2503-3955-9CBA-360C801FE114}"/>
              </a:ext>
            </a:extLst>
          </p:cNvPr>
          <p:cNvSpPr/>
          <p:nvPr/>
        </p:nvSpPr>
        <p:spPr>
          <a:xfrm>
            <a:off x="3950153" y="1906587"/>
            <a:ext cx="950913" cy="177347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/>
                <a:cs typeface="Arial"/>
              </a:rPr>
              <a:t>Inlet plug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1B4BB2-BEDC-A125-D6C3-A6367DCF9D71}"/>
              </a:ext>
            </a:extLst>
          </p:cNvPr>
          <p:cNvSpPr/>
          <p:nvPr/>
        </p:nvSpPr>
        <p:spPr>
          <a:xfrm>
            <a:off x="3324224" y="1457551"/>
            <a:ext cx="1236662" cy="190954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/>
                <a:cs typeface="Arial"/>
              </a:rPr>
              <a:t>Outlet plug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497CA1-76E5-0B56-83F2-6E4B5BC23A2A}"/>
              </a:ext>
            </a:extLst>
          </p:cNvPr>
          <p:cNvCxnSpPr>
            <a:cxnSpLocks/>
          </p:cNvCxnSpPr>
          <p:nvPr/>
        </p:nvCxnSpPr>
        <p:spPr>
          <a:xfrm flipH="1">
            <a:off x="3812493" y="1956457"/>
            <a:ext cx="267381" cy="2566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C5EDB7-E4DA-E4A4-96E6-E48DB80203E0}"/>
              </a:ext>
            </a:extLst>
          </p:cNvPr>
          <p:cNvCxnSpPr>
            <a:cxnSpLocks/>
          </p:cNvCxnSpPr>
          <p:nvPr/>
        </p:nvCxnSpPr>
        <p:spPr>
          <a:xfrm flipH="1">
            <a:off x="3281814" y="1602671"/>
            <a:ext cx="267381" cy="2566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DF811A-C19D-D791-E7C5-34B3C0CBA9CE}"/>
              </a:ext>
            </a:extLst>
          </p:cNvPr>
          <p:cNvSpPr txBox="1"/>
          <p:nvPr/>
        </p:nvSpPr>
        <p:spPr>
          <a:xfrm>
            <a:off x="355618" y="7404609"/>
            <a:ext cx="61428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3.   Close both inlet and outlet ports.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i="1" dirty="0">
                <a:latin typeface="Arial"/>
                <a:cs typeface="Arial"/>
              </a:rPr>
              <a:t>If properly primed, the unit should start pumping immediately. If not repeat the priming procedure.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89171-8637-FA6E-EB02-6C0735F33898}"/>
              </a:ext>
            </a:extLst>
          </p:cNvPr>
          <p:cNvSpPr txBox="1"/>
          <p:nvPr/>
        </p:nvSpPr>
        <p:spPr>
          <a:xfrm>
            <a:off x="1838796" y="3200001"/>
            <a:ext cx="233284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Arial"/>
                <a:cs typeface="Arial"/>
              </a:rPr>
              <a:t>Fig 1: Red Lion </a:t>
            </a:r>
            <a:r>
              <a:rPr lang="en-US" sz="1100" dirty="0">
                <a:latin typeface="Arial"/>
                <a:ea typeface="+mn-lt"/>
                <a:cs typeface="+mn-lt"/>
              </a:rPr>
              <a:t>RJSE-75SS pump</a:t>
            </a:r>
            <a:endParaRPr lang="en-US" sz="1100"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2F6345-896F-497F-BB09-6AE81D538266}"/>
              </a:ext>
            </a:extLst>
          </p:cNvPr>
          <p:cNvSpPr txBox="1"/>
          <p:nvPr/>
        </p:nvSpPr>
        <p:spPr>
          <a:xfrm>
            <a:off x="4560225" y="6207179"/>
            <a:ext cx="17341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Arial"/>
                <a:cs typeface="Arial"/>
              </a:rPr>
              <a:t>Fig 2: Priming</a:t>
            </a:r>
            <a:r>
              <a:rPr lang="en-US" sz="1100" dirty="0">
                <a:latin typeface="Arial"/>
                <a:ea typeface="+mn-lt"/>
                <a:cs typeface="+mn-lt"/>
              </a:rPr>
              <a:t> the pump</a:t>
            </a:r>
            <a:endParaRPr lang="en-US"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0736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Letter Paper (8.5x11 in)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498</cp:revision>
  <dcterms:created xsi:type="dcterms:W3CDTF">2025-11-14T19:15:10Z</dcterms:created>
  <dcterms:modified xsi:type="dcterms:W3CDTF">2025-11-14T23:44:26Z</dcterms:modified>
</cp:coreProperties>
</file>